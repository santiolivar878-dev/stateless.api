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Work Sans"/>
      <p:regular r:id="rId21"/>
      <p:bold r:id="rId22"/>
      <p:italic r:id="rId23"/>
      <p:boldItalic r:id="rId24"/>
    </p:embeddedFont>
    <p:embeddedFont>
      <p:font typeface="Work Sans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GCywX8IpF7WrTc+11GLl2/7/3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WorkSans-bold.fntdata"/><Relationship Id="rId21" Type="http://schemas.openxmlformats.org/officeDocument/2006/relationships/font" Target="fonts/WorkSans-regular.fntdata"/><Relationship Id="rId24" Type="http://schemas.openxmlformats.org/officeDocument/2006/relationships/font" Target="fonts/WorkSans-boldItalic.fntdata"/><Relationship Id="rId23" Type="http://schemas.openxmlformats.org/officeDocument/2006/relationships/font" Target="fonts/Work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WorkSansLight-bold.fntdata"/><Relationship Id="rId25" Type="http://schemas.openxmlformats.org/officeDocument/2006/relationships/font" Target="fonts/WorkSansLight-regular.fntdata"/><Relationship Id="rId28" Type="http://schemas.openxmlformats.org/officeDocument/2006/relationships/font" Target="fonts/WorkSansLight-boldItalic.fntdata"/><Relationship Id="rId27" Type="http://schemas.openxmlformats.org/officeDocument/2006/relationships/font" Target="fonts/WorkSans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969a30758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3a969a30758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2d11eb592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d2d11eb592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d2d11eb592_6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d830d5a68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ad830d5a68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19a57c7bf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919a57c7bf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" name="Google Shape;71;p3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3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2046081" y="2598345"/>
            <a:ext cx="7930838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i="1" lang="es-CO" sz="2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Sistema de Información para la Gestión de Ventas, Inventario  y Clientes de la marca de ropa STATELESS</a:t>
            </a:r>
            <a:endParaRPr b="1" i="1" sz="2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3573443" y="1538971"/>
            <a:ext cx="5045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1" lang="es-CO" sz="6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Integ</a:t>
            </a:r>
            <a:r>
              <a:rPr i="1" lang="es-CO" sz="6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</a:t>
            </a:r>
            <a:r>
              <a:rPr b="0" i="1" lang="es-CO" sz="6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antes</a:t>
            </a:r>
            <a:endParaRPr b="0" i="1" sz="6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cxnSp>
        <p:nvCxnSpPr>
          <p:cNvPr id="106" name="Google Shape;106;p2"/>
          <p:cNvCxnSpPr/>
          <p:nvPr/>
        </p:nvCxnSpPr>
        <p:spPr>
          <a:xfrm>
            <a:off x="5227899" y="2741359"/>
            <a:ext cx="1736100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2"/>
          <p:cNvSpPr txBox="1"/>
          <p:nvPr/>
        </p:nvSpPr>
        <p:spPr>
          <a:xfrm>
            <a:off x="2651038" y="2993321"/>
            <a:ext cx="68898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s-CO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 N°</a:t>
            </a:r>
            <a:r>
              <a:rPr b="1" i="1" lang="es-CO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s-CO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s-CO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Deivy Stiv Novoa Cuellar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s-CO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Juber Santiago Olivar</a:t>
            </a:r>
            <a:r>
              <a:rPr i="1" lang="es-CO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s-CO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Gil</a:t>
            </a:r>
            <a:endParaRPr i="1"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s-CO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Joel Santiago Donoso Garcia</a:t>
            </a:r>
            <a:br>
              <a:rPr b="0" i="0" lang="es-CO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969a30758_1_6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a969a30758_1_6"/>
          <p:cNvSpPr txBox="1"/>
          <p:nvPr/>
        </p:nvSpPr>
        <p:spPr>
          <a:xfrm>
            <a:off x="1050201" y="2353900"/>
            <a:ext cx="958762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Actualmente, la marca STATELESS al ser una empresa nueva no cuenta con un sistema organizado para gestionar sus ventas, inventario y clientes, lo que genera problemas como: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Desorden en la información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Errores en el control de inventario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Dificultad para registrar ventas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Falta de información para tomar decisiones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esta razón, se hace necesario implementar un sistema que centralice y automatice estos procesos.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CO">
                <a:solidFill>
                  <a:schemeClr val="lt1"/>
                </a:solidFill>
              </a:rPr>
              <a:t>Justificación y alcance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1020777" y="2279799"/>
            <a:ext cx="8775071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proyecto se desarrolla con el fin de mejorar la organización y control de la empresa STATELESS mediante un sistema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permitirá: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Centralizar la información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Reducir errores manuales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Mejorar la eficiencia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Facilitar la toma de decisiones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Además, el sistema podrá crecer a futuro con nuevas funcionalidades como e-commerce y análisis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1161900" y="2662573"/>
            <a:ext cx="9868200" cy="2369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s-CO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e implementar un sistema de información web para la gestión de ventas, inventario y clientes de la marca STATELESS, que permita centralizar la información en una única plataforma, automatizar los procesos comerciales y mejorar el control operativo, facilitando la toma de decisiones y el crecimiento del negocio.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3164725" y="1651600"/>
            <a:ext cx="2549400" cy="21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12375" y="3360025"/>
            <a:ext cx="11144400" cy="18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la estructura del sistema web que permita la administración eficiente de productos, ventas y clientes.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un módulo de gestión de inventario que controle entradas, salidas y stock disponible en tiempo real.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 módulo de gestión de ventas que registre las transacciones comerciales y genere información confiable.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módulo de gestión de clientes que permita almacenar, consultar y analizar los datos e historial de compras.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Generar reportes de ventas e inventario que faciliten el análisis y la toma de decisiones administrativas.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Integrar en una sola plataforma la gestión de ventas físicas y en línea para garantizar la coherencia de la información.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Automatizar los procesos comerciales para reducir errores operativos y optimizar el manejo de los recursos.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2d11eb592_6_0"/>
          <p:cNvSpPr txBox="1"/>
          <p:nvPr>
            <p:ph type="title"/>
          </p:nvPr>
        </p:nvSpPr>
        <p:spPr>
          <a:xfrm>
            <a:off x="720400" y="118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O">
                <a:solidFill>
                  <a:schemeClr val="lt1"/>
                </a:solidFill>
              </a:rPr>
              <a:t>Modelo ER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9" name="Google Shape;139;g3d2d11eb592_6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731" y="1840875"/>
            <a:ext cx="7589209" cy="5291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334347" y="1225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CO">
                <a:solidFill>
                  <a:schemeClr val="lt1"/>
                </a:solidFill>
              </a:rPr>
              <a:t>Diagramas De Componentes</a:t>
            </a:r>
            <a:endParaRPr/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47" y="1746374"/>
            <a:ext cx="11781452" cy="5111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410550" y="5380500"/>
            <a:ext cx="2994900" cy="12618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una herramienta visual de UML que muestra cómo se organiza, estructurae implementa un sistema de software, desglosandolo en partes modulares.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d830d5a68_1_7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s-CO" sz="2800">
                <a:solidFill>
                  <a:schemeClr val="lt1"/>
                </a:solidFill>
              </a:rPr>
              <a:t>Diagramas Despliegue</a:t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ad830d5a68_1_7"/>
          <p:cNvSpPr txBox="1"/>
          <p:nvPr/>
        </p:nvSpPr>
        <p:spPr>
          <a:xfrm>
            <a:off x="8201025" y="2951850"/>
            <a:ext cx="3717396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O"/>
              <a:t>S</a:t>
            </a: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puede visualizar el diagrama de despliegue, donde se muestra cómo se distribuye el sistema en el entorno físico o tecnológico.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ad830d5a68_1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486" y="1413312"/>
            <a:ext cx="7390545" cy="531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5142536" y="81906"/>
            <a:ext cx="5782639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CO">
                <a:solidFill>
                  <a:schemeClr val="lt1"/>
                </a:solidFill>
              </a:rPr>
              <a:t>Diagramas De paquetes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7713750" y="2603763"/>
            <a:ext cx="439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/>
              <a:t>S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puede visualizar el diagrama de paquetes, donde se organiza el sistema en módulos o componentes.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15602"/>
            <a:ext cx="6553200" cy="539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19a57c7bf_0_2"/>
          <p:cNvSpPr txBox="1"/>
          <p:nvPr>
            <p:ph type="title"/>
          </p:nvPr>
        </p:nvSpPr>
        <p:spPr>
          <a:xfrm>
            <a:off x="5485436" y="73158"/>
            <a:ext cx="6468439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CO">
                <a:solidFill>
                  <a:schemeClr val="lt1"/>
                </a:solidFill>
              </a:rPr>
              <a:t>Diagramas De Clases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919a57c7bf_0_2"/>
          <p:cNvSpPr txBox="1"/>
          <p:nvPr/>
        </p:nvSpPr>
        <p:spPr>
          <a:xfrm>
            <a:off x="6801045" y="2828856"/>
            <a:ext cx="515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/>
              <a:t>S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puede visualizar el diagrama de clases, donde se muestra la estructura del sistema, sus clases, atributos y relaciones.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919a57c7bf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927" y="1481250"/>
            <a:ext cx="4441371" cy="5303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 txBox="1"/>
          <p:nvPr>
            <p:ph type="title"/>
          </p:nvPr>
        </p:nvSpPr>
        <p:spPr>
          <a:xfrm>
            <a:off x="688911" y="8520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CO">
                <a:solidFill>
                  <a:schemeClr val="lt1"/>
                </a:solidFill>
              </a:rPr>
              <a:t>Modelo Lógico y Físico </a:t>
            </a:r>
            <a:endParaRPr/>
          </a:p>
        </p:txBody>
      </p:sp>
      <p:pic>
        <p:nvPicPr>
          <p:cNvPr id="173" name="Google Shape;1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685" y="1679778"/>
            <a:ext cx="5469996" cy="5093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"/>
          <p:cNvSpPr txBox="1"/>
          <p:nvPr/>
        </p:nvSpPr>
        <p:spPr>
          <a:xfrm>
            <a:off x="319171" y="1410775"/>
            <a:ext cx="19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r>
              <a:rPr lang="es-CO">
                <a:solidFill>
                  <a:schemeClr val="dk1"/>
                </a:solidFill>
              </a:rPr>
              <a:t> </a:t>
            </a:r>
            <a:r>
              <a:rPr lang="es-CO">
                <a:solidFill>
                  <a:schemeClr val="dk1"/>
                </a:solidFill>
              </a:rPr>
              <a:t>Lógico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5" name="Google Shape;17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5569" y="1509852"/>
            <a:ext cx="3848671" cy="526294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"/>
          <p:cNvSpPr txBox="1"/>
          <p:nvPr/>
        </p:nvSpPr>
        <p:spPr>
          <a:xfrm>
            <a:off x="6242464" y="1509852"/>
            <a:ext cx="133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</a:t>
            </a:r>
            <a:r>
              <a:rPr lang="es-CO">
                <a:solidFill>
                  <a:schemeClr val="dk1"/>
                </a:solidFill>
              </a:rPr>
              <a:t>Físico </a:t>
            </a:r>
            <a:r>
              <a:rPr b="0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CO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Wireframe</a:t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922" y="2094578"/>
            <a:ext cx="5090360" cy="3569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3614" y="2094578"/>
            <a:ext cx="5090360" cy="3616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 txBox="1"/>
          <p:nvPr>
            <p:ph type="title"/>
          </p:nvPr>
        </p:nvSpPr>
        <p:spPr>
          <a:xfrm>
            <a:off x="362930" y="-1006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CO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Wireframe</a:t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411" y="1807164"/>
            <a:ext cx="5442708" cy="4483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2"/>
          <p:cNvSpPr txBox="1"/>
          <p:nvPr/>
        </p:nvSpPr>
        <p:spPr>
          <a:xfrm>
            <a:off x="2335671" y="6296925"/>
            <a:ext cx="16445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Pagina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8310372" y="6296925"/>
            <a:ext cx="18133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Pagina de Producto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138" y="1653536"/>
            <a:ext cx="5913611" cy="4637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 txBox="1"/>
          <p:nvPr>
            <p:ph type="title"/>
          </p:nvPr>
        </p:nvSpPr>
        <p:spPr>
          <a:xfrm>
            <a:off x="558282" y="7587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CO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Wireframe</a:t>
            </a:r>
            <a:endParaRPr/>
          </a:p>
        </p:txBody>
      </p:sp>
      <p:pic>
        <p:nvPicPr>
          <p:cNvPr id="198" name="Google Shape;1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390464"/>
            <a:ext cx="5567410" cy="338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8697" y="2390465"/>
            <a:ext cx="5538503" cy="3387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Soporte Tecnico SENA</dc:creator>
</cp:coreProperties>
</file>